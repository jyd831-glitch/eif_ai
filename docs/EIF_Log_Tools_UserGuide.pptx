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011680"/>
            <a:ext cx="12191695" cy="2377440"/>
          </a:xfrm>
          <a:prstGeom prst="rect">
            <a:avLst/>
          </a:prstGeom>
          <a:solidFill>
            <a:srgbClr val="1A3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Malgun Gothic"/>
              </a:rPr>
              <a:t>EIF Log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20040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0">
                <a:solidFill>
                  <a:srgbClr val="B7E3B0"/>
                </a:solidFill>
                <a:latin typeface="Malgun Gothic"/>
              </a:rPr>
              <a:t>사용자 가이드 (상세)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C5D4E8"/>
                </a:solidFill>
                <a:latin typeface="Malgun Gothic"/>
              </a:rPr>
              <a:t>타임플로어 · 로그뷰어  |  MES / EIF / PLC 로그 분석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목차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1. 제품 개요 및 구성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2. 접속 및 실행 방법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3. 공통 기능 (폴더 선택 / 새로고침)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4. 타임플로어 상세 사용법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5. 로그뷰어 상세 사용법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6. 권장 업무 시나리오</a:t>
            </a:r>
          </a:p>
          <a:p>
            <a:pPr>
              <a:spcAft>
                <a:spcPts val="600"/>
              </a:spcAft>
            </a:pPr>
            <a:r>
              <a:rPr sz="2000" b="1">
                <a:solidFill>
                  <a:srgbClr val="1C2430"/>
                </a:solidFill>
                <a:latin typeface="Malgun Gothic"/>
              </a:rPr>
              <a:t>7. 주의사항 · FAQ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1. 제품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EIF Log Tools는 MES · EIF · PLC 관련 로그를 브라우저에서 확인하는 웹 도구입니다.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로그는 서버로 업로드되지 않으며, 사용자 PC 브라우저에서만 읽습니다. (Chrome / Edge 권장)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5303520" cy="320040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타임플로어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154680"/>
            <a:ext cx="49377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LOT 단위 시퀀스 다이어그램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MES ↔ EIF ↔ PLC 메시지 흐름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Alarm 강조 (RESULT / LINESTOP)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Bit–Word 매칭 상세 표시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SFC / SOLACE / TRACE 로그 지원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2651760"/>
            <a:ext cx="5303520" cy="320040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278892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로그뷰어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3154680"/>
            <a:ext cx="4937759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일반 .log 텍스트 뷰어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파일/내용 키워드 검색·정렬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메시지 블록 단위 표시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시간(시:분 ~ 시:분) 필터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대용량 로그 빠른 표시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2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2. 접속 및 실행 방법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30352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A. 배포 사이트 (Vercel)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49377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1. 제공받은 URL로 접속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→ https://eif-ai-mu.vercel.app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2. 상단 탭에서 기능 선택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· 타임플로어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· 로그뷰어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3. 로그 폴더를 선택하고 사용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※ 인터넷만 되면 설치 없이 사용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※ 로그 파일은 PC에서만 읽힘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188720"/>
            <a:ext cx="530352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325880"/>
            <a:ext cx="493775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B. 로컬 실행 (개발/검증)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691640"/>
            <a:ext cx="493775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1. web 폴더로 이동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2. npm install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3. npm run dev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4. 브라우저에서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http://localhost:3000 접속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※ 기능 검증·수정 시 사용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※ 배포 전 로컬에서 먼저 확인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3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3. 공통 기능 — 폴더 선택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로그 폴더 선택 방법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1. [폴더 선택] 또는 Browse 버튼 클릭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2. SFC / TRACE / SOLACE 로그가 있는 상위 폴더 지정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3. 브라우저가 폴더 접근 권한을 요청하면 허용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새로고침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[새로고침]으로 같은 폴더의 최신 파일을 다시 읽습니다.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Windows 탐색기를 다시 열 필요 없습니다.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showDirectoryPicker 지원 브라우저(Chrome/Edge)에서 권한 유지됩니다.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F6E7F"/>
                </a:solidFill>
                <a:latin typeface="Malgun Gothic"/>
              </a:rPr>
              <a:t>권장 폴더 구조 예: LOG / SFCTYPE / SFC · 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4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4. 타임플로어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상단: 탭(타임플로어/로그뷰어) · 폴더 선택 · 새로고침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필터 영역: LOT ID 입력/제안 · From(시작 시각) · 옵션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본체: MES · EIF · PLC 3레인 시퀀스 다이어그램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우측/하단: 선택한 이벤트 상세(Word/Bit · Raw)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사용 흐름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1) 폴더 선택 → 2) LOT 입력/선택 → 3) 타임플로어 생성 → 4) 이벤트 클릭 상세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5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4-1. 타임플로어 — LOT · From 필터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LOT 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입력창에 LOT를 직접 입력하거나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제안 목록에서 선택합니다.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폴더 선택 후 로그에서 LOT를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추출해 제안합니다.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LOT 변경 시 이전 결과는 초기화됩니다.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LOTID가 없는 SFC 메시지도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주변 맥락에 포함될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21208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From (시작 시각)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타임플로어에 표시할 시작 시각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대문자 From 입력 필드 사용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해당 시각 이후 이벤트만 표시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긴 로그에서 관심 구간만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좁힐 때 유용합니다.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6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4-2. 타임플로어 — 다이어그램 읽기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레인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MES: 상위 시스템 메시지 (SFC 등)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EIF: 중계/변환 구간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PLC: TRACE Bit/Data 신호</a:t>
            </a:r>
          </a:p>
          <a:p>
            <a:pPr>
              <a:spcAft>
                <a:spcPts val="600"/>
              </a:spcAft>
            </a:pPr>
            <a:r>
              <a:rPr sz="8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이벤트 확인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화살표/박스를 클릭하면 상세 패널이 열립니다.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Bit와 Word가 매칭되면 함께 표시됩니다.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Alarm(RESULT / LINESTOP 등)은 강조되어 보입니다.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좌우 스크롤은 다이어그램 영역에만 적용됩니다.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7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4-3. 타임플로어 — 실무 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LOT 제안이 비면: 폴더를 다시 선택하거나 새로고침하세요.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Word 상세가 안 보이면: 해당 구간에 Word 로그가 있는지 확인하세요.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결과가 너무 많으면: From 시각을 좁혀 구간을 줄이세요.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다른 LOT로 바꿀 때: LOT를 바꾸면 이전 타임플로어는 자동 초기화됩니다.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SFC만 있거나 TRACE만 있어도 가능한 범위에서 표시됩니다.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8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5. 로그뷰어 — 화면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좌측: 로그 파일 목록 (이름 · 검색 · 정렬)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우측: 선택한 파일 내용 (메시지 블록 단위)</a:t>
            </a:r>
          </a:p>
          <a:p>
            <a:pPr>
              <a:spcAft>
                <a:spcPts val="600"/>
              </a:spcAft>
            </a:pPr>
            <a:r>
              <a:rPr sz="1700" b="0">
                <a:solidFill>
                  <a:srgbClr val="1C2430"/>
                </a:solidFill>
                <a:latin typeface="Malgun Gothic"/>
              </a:rPr>
              <a:t>상단 필터: 키워드 검색 · 시간(HH:mm ~ HH:mm)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사용 흐름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1) 폴더 선택 → 2) 파일 선택 → 3) 검색/시간 필터 → 4) 블록 단위로 내용 확인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5F6E7F"/>
                </a:solidFill>
                <a:latin typeface="Malgun Gothic"/>
              </a:rPr>
              <a:t>※ 로그뷰어는 로컬/브라우저에서 파일을 직접 읽어 표시합니다.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9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5-1. 로그뷰어 — 검색 · 정렬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88720"/>
            <a:ext cx="548640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2588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검색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파일명 / 내용 키워드로 좁힙니다.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검색 시 매칭된 SFC/TRACE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메시지 블록 전체가 펼쳐집니다.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WORD 등 관련 구간도 함께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확인할 수 있습니다.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대용량 파일은 원문 통째 렌더로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빠르게 표시합니다.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309360" y="1188720"/>
            <a:ext cx="5212080" cy="475488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32588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정렬 ·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69164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파일 목록을 이름/시간 등으로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정렬할 수 있습니다.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파일 클릭으로 바로 내용을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불러옵니다.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· Browse가 안 되면 Chrome/Edge로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다시 시도하세요.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10 / 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5-2. 로그뷰어 — 시간 필터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형식: HH:mm ~ HH:mm  (예: 09:30 ~ 10:15)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날짜(하루) 필터는 사용하지 않습니다. 시간대만 지정합니다.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지정한 시·분 구간에 해당하는 메시지 블록만 표시합니다.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검색과 함께 쓰면 ‘키워드 + 시간대’로 빠르게 좁힐 수 있습니다.</a:t>
            </a:r>
          </a:p>
          <a:p>
            <a:pPr>
              <a:spcAft>
                <a:spcPts val="600"/>
              </a:spcAft>
            </a:pPr>
            <a:r>
              <a:rPr sz="10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1C2430"/>
                </a:solidFill>
                <a:latin typeface="Malgun Gothic"/>
              </a:rPr>
              <a:t>메시지 블록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한 건의 SFC/TRACE 메시지를 헤더~본문까지 묶은 단위입니다.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검색/시간 필터는 줄 단위가 아니라 블록 단위로 동작합니다.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11 / 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6. 권장 업무 시나리오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43000"/>
            <a:ext cx="3657600" cy="484632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시나리오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LOT 트러블 추적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1. 타임플로어 탭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2. 폴더 선택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3. LOT 입력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4. From으로 구간 축소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5. Alarm/이상 구간 클릭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6. Bit–Word 상세 확인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1143000"/>
            <a:ext cx="3657600" cy="484632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280160"/>
            <a:ext cx="32918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시나리오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918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원문 로그 확인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1. 로그뷰어 탭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2. 폴더 선택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3. 파일 검색·선택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4. 키워드 검색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5. 시간 필터 적용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6. 블록 전체 내용 확인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143000"/>
            <a:ext cx="3566160" cy="4846320"/>
          </a:xfrm>
          <a:prstGeom prst="rect">
            <a:avLst/>
          </a:prstGeom>
          <a:solidFill>
            <a:srgbClr val="F0F4F8"/>
          </a:solidFill>
          <a:ln>
            <a:solidFill>
              <a:srgbClr val="C5C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28016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25F"/>
                </a:solidFill>
                <a:latin typeface="Malgun Gothic"/>
              </a:rPr>
              <a:t>시나리오 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004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교차 검증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/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1. 타임플로어로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흐름 파악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2. 시각·메시지명 메모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3. 로그뷰어에서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   같은 시각 검색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C2430"/>
                </a:solidFill>
                <a:latin typeface="Malgun Gothic"/>
              </a:rPr>
              <a:t>4. Raw와 시퀀스 대조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12 / 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7. 주의사항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Chrome 또는 Edge를 권장합니다. (폴더 선택 API)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로그는 서버에 업로드되지 않습니다. PC 브라우저 메모리에서만 처리됩니다.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매우 큰 로그는 읽기/표시에 시간이 걸릴 수 있습니다.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폴더 권한을 거부하면 파일을 읽을 수 없습니다. 다시 선택하세요.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Vercel 배포본과 로컬(npm run dev) 기능은 동일 계열입니다.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2430"/>
                </a:solidFill>
                <a:latin typeface="Malgun Gothic"/>
              </a:rPr>
              <a:t>· 기존 .NET(EIF_AI) 서버 버전과 웹(Next.js) 버전은 별도 실행 경로입니다.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13 / 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FFFFF"/>
                </a:solidFill>
                <a:latin typeface="Malgun Gothic"/>
              </a:rPr>
              <a:t>7-1.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09728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2430"/>
                </a:solidFill>
                <a:latin typeface="Malgun Gothic"/>
              </a:rPr>
              <a:t>Q. Browse / 버튼이 안 눌려요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2430"/>
                </a:solidFill>
                <a:latin typeface="Malgun Gothic"/>
              </a:rPr>
              <a:t>A. Chrome/Edge로 열고 페이지를 새로고침한 뒤 다시 시도하세요.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2430"/>
                </a:solidFill>
                <a:latin typeface="Malgun Gothic"/>
              </a:rPr>
              <a:t>Q. LOT 제안이 안 나와요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2430"/>
                </a:solidFill>
                <a:latin typeface="Malgun Gothic"/>
              </a:rPr>
              <a:t>A. 폴더를 다시 선택하거나 [새로고침] 후 LOT 입력창을 확인하세요.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2430"/>
                </a:solidFill>
                <a:latin typeface="Malgun Gothic"/>
              </a:rPr>
              <a:t>Q. Word 상세가 비어 있어요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2430"/>
                </a:solidFill>
                <a:latin typeface="Malgun Gothic"/>
              </a:rPr>
              <a:t>A. 해당 구간에 Word 로그가 없거나 Bit와 매칭되지 않은 경우입니다.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2430"/>
                </a:solidFill>
                <a:latin typeface="Malgun Gothic"/>
              </a:rPr>
              <a:t>Q. 날짜(하루) 필터는 없나요?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2430"/>
                </a:solidFill>
                <a:latin typeface="Malgun Gothic"/>
              </a:rPr>
              <a:t>A. 로그뷰어는 HH:mm~HH:mm 시간 필터만 제공합니다.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2430"/>
                </a:solidFill>
                <a:latin typeface="Malgun Gothic"/>
              </a:rPr>
              <a:t>Q. 로그가 밖으로 나가나요?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2430"/>
                </a:solidFill>
                <a:latin typeface="Malgun Gothic"/>
              </a:rPr>
              <a:t>A. 아니요. 브라우저에서만 읽고 서버로 전송하지 않습니다.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5F6E7F"/>
                </a:solidFill>
                <a:latin typeface="Malgun Gothic"/>
              </a:rPr>
              <a:t>EIF Log Tools 사용자 가이드  |  14 /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3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56032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Malgun Gothic"/>
              </a:rPr>
              <a:t>문의 · 개선 요청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5D4E8"/>
                </a:solidFill>
                <a:latin typeface="Malgun Gothic"/>
              </a:rPr>
              <a:t>기능 추가·오류 제보가 있으면 개발 담당자에게 전달해 주세요.
EIF Log Tools — TimeFloor · Log Viewer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